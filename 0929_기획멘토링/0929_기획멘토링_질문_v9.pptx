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4" r:id="rId12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227" autoAdjust="0"/>
  </p:normalViewPr>
  <p:slideViewPr>
    <p:cSldViewPr snapToGrid="0" snapToObjects="1">
      <p:cViewPr varScale="1">
        <p:scale>
          <a:sx n="99" d="100"/>
          <a:sy n="99" d="100"/>
        </p:scale>
        <p:origin x="19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37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[40분 진행표] 0~3분 오프닝(2~3장) / 3~7분 ①B안 / 7~17분 ②세그멘테이션+데이터 / 17~27분 ③핵심 기능 / 27~31분 ④리스크 / 31~34분 ⑤에이전트 피드백 / 34~37분 ⑥효과 지표 / 37~40분 ⑦결론 확인(무조건)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① 공개 가능한 범위에서, 키친 쪽에서 펫 관련 논의가 있었는지 궁금합니다.
② 펫 전용 단독 가전의 선례가 있는데, 미니 사이즈의 반려견 전용 급여 냉장고는 키친 쪽 관점에서 현실성이
    있을까요? 반려인이 전용 가전을 하나 더 들일 만한 가치로 보일지 궁금합니다.
3~7분. 짧게. A/B 비교는 마지막 결론에서.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[여쭤볼 문장]</a:t>
            </a:r>
          </a:p>
          <a:p>
            <a:r>
              <a:t>저희는 보호자가 기대하는 가치(실용/정서)와 반려견이 혼자 있는지를 축으로 고객을 나눴고, 그중 '원격 돌봄형'을 메인 페르소나로 잡았습니다. 강아지 반응 × 보호자 관여 축도 검토했지만, 페르소나는 축 ① 기준으로 설정했습니다.</a:t>
            </a:r>
          </a:p>
          <a:p>
            <a:r>
              <a:t>① 현업 시각에서 이 축 선택이 설득력 있을까요?</a:t>
            </a:r>
          </a:p>
          <a:p>
            <a:r>
              <a:t>② 이 축을 지식인·유튜브 댓글·반려견 카페 글로 검증하려는데, 현업에서 기획 근거로 보는 데이터(리뷰·VOC·설문 등) 중 무엇을 더하면 좋을까요?</a:t>
            </a:r>
          </a:p>
          <a:p/>
          <a:p>
            <a:r>
              <a:t>7~17분. 축 ①은 확정, 축 ②는 검토했던 대안으로만 짧게 언급. 진한 칸(원격 돌봄형)이 메인 페르소나 김지수 위치.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팀에서 핵심 기능을 "텍스트 → 주인 목소리"로 정했습니다. 삼성은 양방향 음성으로 직접 말해야 하지만, 저희는 텍스트만 치면 주인 목소리가 나와 회의 중에도 쓸 수 있습니다. 목소리만으로는 반응이 약할 수 있어서, 목소리를 노즈워크·쫓기 놀이의 시작 신호로 쓰려고 합니다.
① 이 기능을 핵심으로 내세우는 것이 현업 시각에서 설득력이 있을까요?
② 간식은 스테이션에 보관하고 그날 분량만 로봇에 실어 숨긴 뒤, 청소 전에 남은 간식을 인식해 기록하려 합니다. 먼지를 빨아들이는 청소기에 간식을 싣는 것이 위생·인식 측면에서 현실적일까요?
17~27분. 공 쏘기·장난감 숨기기는 하드웨어 부담(발사 장치, 집는 팔 없음)과 무서워하는 강아지 역효과로 제외했다고 답할 수 있음. 위생 원칙: 건식 간식만, 분리 세척형 통, 하루 급여량 앱 제한.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중 무엇이 가장 먼저 발목을 잡을까요? 현업에서 이런 리스크는 기획 단계에서 어디까지 풀어두어야 하나요?
27~31분.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[여쭤볼 문장]</a:t>
            </a:r>
          </a:p>
          <a:p>
            <a:r>
              <a:t>서비스 지표는 출시 후 ThinQ 로그로 계산하고, 지금은 리뷰 텍스트로 대신 확인하려 합니다. 오른쪽은 앞에서 소개한 분석 에이전트의 성능으로, Build2 안에서 바로 실측할 수 있습니다.</a:t>
            </a:r>
          </a:p>
          <a:p>
            <a:r>
              <a:t>이 기능의 성과를 데이터로 본다면 어떤 지표를 보시겠어요? 빠진 것이나 불필요한 것이 있을까요?</a:t>
            </a:r>
          </a:p>
          <a:p/>
          <a:p>
            <a:r>
              <a:t>34~37분. 대체 확인법이 모두 리뷰 텍스트 분석이라 에이전트와 같은 파이프라인으로 돌릴 수 있다는 점 강조.</a:t>
            </a:r>
          </a:p>
          <a:p>
            <a:r>
              <a:t>추출 정확도 질문이 나오면: 4~5점 리뷰 문장 150개 정도를 무작위로 뽑아(역접 없는 문장도 포함) 팀원 2명이 따로 '아쉬움 O/X'를 표시해 정답지를 만들고, 에이전트 결과와 비교해 정밀도(고른 것 중 맞은 비율)·재현율(진짜 아쉬움 중 잡아낸 비율)을 봅니다. 규칙 튜닝용 50문장과 평가용 100문장은 분리합니다.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[여쭤볼 문장]</a:t>
            </a:r>
          </a:p>
          <a:p>
            <a:r>
              <a:t>팀원들과 논의해서 에이전트는 분석형으로 정했습니다. 삼성·로보락처럼 저희 방향과 비슷한 펫 기능 로봇청소기의 후기 중, 긍정 리뷰 안에 섞인 아쉬움 문장에서 숨은 니즈를 찾는 n8n 에이전트입니다.</a:t>
            </a:r>
          </a:p>
          <a:p>
            <a:r>
              <a:t>저희는 별점 4~5점 리뷰 안의 "청소는 완벽한데, 강아지가 무서워해서…" 같은 아쉬움에 주목하고 있습니다. 제품에는 만족하지만 불편은 남아 있는 사람들이라, 부정 리뷰에는 잘 안 나오는 니즈가 있을 거라고 봤습니다.</a:t>
            </a:r>
          </a:p>
          <a:p>
            <a:r>
              <a:t>① 실무 상품기획에서도 긍정 리뷰를 니즈 탐색용으로 따로 보시나요? 아니면 보통은 부정 리뷰나 CS 데이터 위주로 보시나요?</a:t>
            </a:r>
          </a:p>
          <a:p>
            <a:r>
              <a:t>② 보신다면, 긍정 리뷰 속 아쉬움은 어떤 방식으로 찾으시나요? 저희는 "~인데", "~지만" 같은 역접 표현을 기준으로 잡으려고 하는데, 실무에서 더 유용한 신호나 기준이 있을까요?</a:t>
            </a:r>
          </a:p>
          <a:p/>
          <a:p>
            <a:r>
              <a:t>31~34분. 결정 사항 공유 + 피드백 받기. DCX 단계: 상품기획(VOC 분석 에이전트 유형). 근거 준비: 4~5점 속 아쉬움 문장 vs 1~2점 리뷰를 고장·배송·AS / 기능·사용 맥락으로 나눠 비율 비교. 역접 기준은 슬라이드에 있으니 짧게 짚고 멘토님 방식을 듣는 데 시간 쓰기. '안 본다'는 답이면 방향 재검토 근거, '본다'면 판단 로직 보완 기준을 얻음.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: 로봇청소기 × 반려견 교감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: 반려견 전용 급여 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 (AI 펫시터)</a:t>
            </a:r>
            <a:endParaRPr lang="en-US" sz="1500" dirty="0"/>
          </a:p>
        </p:txBody>
      </p:sp>
      <p:pic>
        <p:nvPicPr>
          <p:cNvPr id="9" name="Image 0" descr="im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194560"/>
            <a:ext cx="2125980" cy="1417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 반려견을 찾아가 곁에 있어 주는 로봇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텍스트 입력 → 학습된 주인 목소리로 말 걸기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놀이·간식, 혼자 있는 시간의 활동 기록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3776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93776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</a:t>
            </a:r>
            <a:endParaRPr lang="en-US" sz="1500" dirty="0"/>
          </a:p>
        </p:txBody>
      </p:sp>
      <p:pic>
        <p:nvPicPr>
          <p:cNvPr id="15" name="Image 1" descr="im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09" y="2194560"/>
            <a:ext cx="2518341" cy="1417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(대안식) 급여 반려인 대상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급여량 재계산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급여식 보관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냉장고와 분리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85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반려견은 늘고, 혼자 있는 시간은 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반려동물을 키우는 가구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3가구 중 1가구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반려가구 중 반려견 양육 비율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중심 펫가전의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5시간 54분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외출 시 하루 평균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관찰·교감·놀이의 공백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중에도 관찰·교감·놀이를 제공하는 펫케어 가전의 필요성이 커지고 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「2025년 반려동물 양육현황 조사」(2026.2), KB경영연구소 「2025 한국 반려동물 보고서」(2025.6)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 + 캣타워를 결합한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단독 가전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펫 논의, 있었나요?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전용 냉장고, 현실성은?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 · 데이터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이 축으로 나눴습니다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① (채택) · 기대 가치 × 사용 상황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실용적 가치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가치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있을 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41732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유지형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 공존형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있을 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1732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 자동화형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9718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돌봄형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지식인 '로봇청소기 강아지' 1,000건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분리불안 등 정서 키워드 비중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② (검토) · 강아지 반응 × 보호자 관여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신나함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9F8F8"/>
          </a:solidFill>
          <a:ln w="12700">
            <a:solidFill>
              <a:srgbClr val="F9F8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달래기형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9F8F8"/>
          </a:solidFill>
          <a:ln w="12700">
            <a:solidFill>
              <a:srgbClr val="F9F8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26948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놀아주기형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 맡김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9F8F8"/>
          </a:solidFill>
          <a:ln w="12700">
            <a:solidFill>
              <a:srgbClr val="F9F8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돌봄형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9F8F8"/>
          </a:solidFill>
          <a:ln w="12700">
            <a:solidFill>
              <a:srgbClr val="F9F8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6948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발산형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유튜브 '강아지 로봇청소기 반응' 댓글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무서워함 vs 쫓아다님 비율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① 선택, 설득력 있나?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봐야 할 데이터는?</a:t>
            </a:r>
            <a:endParaRPr lang="en-US" sz="1400" dirty="0"/>
          </a:p>
        </p:txBody>
      </p:sp>
      <p:sp>
        <p:nvSpPr>
          <p:cNvPr id="19" name="Subtitle"/>
          <p:cNvSpPr txBox="1"/>
          <p:nvPr/>
        </p:nvSpPr>
        <p:spPr>
          <a:xfrm>
            <a:off x="1005840" y="9601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보호자가 기대하는 가치 × 반려견이 혼자 있는지로 나누고, 그중 '원격 돌봄형'을 타깃으로 잡았습니다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 목소리로 시작하는, 혼자 있는 시간의 놀이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01752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→ 주인 목소리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299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문장을 입력하면 AI가 학습한 주인 목소리로 로봇청소기가 말함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 </a:t>
            </a:r>
            <a:r>
              <a:rPr lang="en-US" sz="9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말해야 함 (양방향 음성)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 </a:t>
            </a: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중에도 텍스트로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12344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목소리가 놀이 시작 신호가 되는 흐름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1536192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840480" y="1536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1536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조작·사진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536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홈뷰 원격 이동을 활용해 반려견에게 가서 촬영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2011680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3840480" y="20116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011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노즈워크 간식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스테이션에 보관, 그날 분량만 싣고 집 안 곳곳에 숨김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2487168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3840480" y="248716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24871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쫓기 놀이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87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천천히 술래잡기 패턴으로 이동. 추가 부품 없음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2962656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3840480" y="29626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29626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회수·기록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 전 남은 간식을 인식해 찾은 개수 기록 후 흡입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핵심으로, 설득력 있나?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청소기에 간식을 싣는 것, 현실적인가?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955172-AF39-C507-6AB0-1D55DFD15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751E8A-A467-DBB6-7D42-2D3210917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533154" cy="50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4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찾아가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목소리 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해킹 사례. 계정이 뚫리면 주인 목소리로 아무 말이나 할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기능 오작동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과급여, 오작동으로 인한 반려견 건강 문제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막힐 리스크는?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 어디까지?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 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있는 시간에 주인 목소리로 놀이를 시작해주면 반려견의 불안·지루함이 줄어든다"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지표 · 출시 후 측정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대체 확인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20574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057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횟수 ÷ 사용자 ÷ 주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0574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속 "매일 켠다" 표현 비율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2560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560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내 재사용자 ÷ 첫 사용자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2560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속 이탈 vs 지속 표현 비율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4360" y="3063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063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사용일 vs 미사용일 움직임·짖음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영상 댓글·펫캠 리뷰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7830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에이전트 성능 · Build2에서 실측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880360" cy="685800"/>
          </a:xfrm>
          <a:prstGeom prst="roundRect">
            <a:avLst>
              <a:gd name="adj" fmla="val 16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943600" y="2130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정확도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3865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표시한 문장 100~200개와 에이전트 결과 비교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06440" y="2816352"/>
            <a:ext cx="2880360" cy="685800"/>
          </a:xfrm>
          <a:prstGeom prst="roundRect">
            <a:avLst>
              <a:gd name="adj" fmla="val 16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43600" y="2889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시간 단축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1455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수작업 vs 에이전트 실행 시간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8368" y="40233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5836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016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28016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현업이라면 볼 지표는?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8348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· 불필요한 지표는?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설계 · 분석형 (n8n)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속 '아쉬움'에서 숨은 니즈 찾기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103120" y="1188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처리·분석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417320"/>
            <a:ext cx="320040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62356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26948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수집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삼성·로보락 등 펫 기능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후기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10312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21284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필터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21284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4~5점만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정제·문장 분리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1645920" cy="1188720"/>
          </a:xfrm>
          <a:prstGeom prst="roundRect">
            <a:avLst>
              <a:gd name="adj" fmla="val 923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58768" y="16642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아쉬움 문장 추출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19933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역접 표현 탐지 (지만·근데)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감성사전 부정 점수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62356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73328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우선순위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73328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 × 부정 강도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펫 관련도 점수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6948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37920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카드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7920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상위 니즈를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카드로 요약 → 시트 저장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5074920" cy="594360"/>
          </a:xfrm>
          <a:prstGeom prst="roundRect">
            <a:avLst>
              <a:gd name="adj" fmla="val 1846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21792" y="2880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</a:t>
            </a:r>
            <a:r>
              <a:rPr lang="en-US" sz="10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"청소는 완벽한데, 강아지가 무서워해서 켤 때마다 방에 가둬요"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2880360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833872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니즈 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적응 모드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547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판단 로직: 역접 패턴 + 감성사전 점수 + 우선순위 공식 (LLM은 요약에만 사용)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58368" y="40233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5836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8016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28016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긍정 리뷰도 들여다보나요?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8348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98348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속 신호, 어떻게 잡나요?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1459</Words>
  <Application>Microsoft Office PowerPoint</Application>
  <PresentationFormat>화면 슬라이드 쇼(16:9)</PresentationFormat>
  <Paragraphs>193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전다정_122</cp:lastModifiedBy>
  <cp:revision>2</cp:revision>
  <dcterms:created xsi:type="dcterms:W3CDTF">2026-09-29T05:35:54Z</dcterms:created>
  <dcterms:modified xsi:type="dcterms:W3CDTF">2026-09-29T06:20:53Z</dcterms:modified>
</cp:coreProperties>
</file>