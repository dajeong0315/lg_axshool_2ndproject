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AX School Build2 · 1차 기획 멘토링 · 2026.9.29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087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반려견과 사는 집,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가전이 할 수 있는 일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로봇청소기 × 반려견 교감   |   B안 반려견 급여 냉장고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팀원: 전다정 · 주원 · 용민 · 성일 · 희재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안을 검토하고 있습니다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A안을 좀 더 깊게 디벨롭 중이며, 오늘 말씀을 듣고 최종안을 정하려고 합니다.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4904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 디벨롭 중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로봇청소기 × 반려견 교감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B0B3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85800" y="2286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붙여넣기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767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 목소리를 들려주며 반려견과 실내 놀이·산책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외로움·활동 부족 해소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좋은 순간을 주인에게 전송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1280160"/>
            <a:ext cx="3977640" cy="3429000"/>
          </a:xfrm>
          <a:prstGeom prst="roundRect">
            <a:avLst>
              <a:gd name="adj" fmla="val 32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463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D9D4D6"/>
          </a:solidFill>
          <a:ln w="12700">
            <a:solidFill>
              <a:srgbClr val="D9D4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37760" y="146304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1874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전용 급여 냉장고 (미니 사이즈)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2286000"/>
            <a:ext cx="3520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B8B0B3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4937760" y="228600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붙여넣기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767328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생식·화식 급여 반려인 대상, 사람 냉장고와 분리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재료·체중 변화에 따른 영양 재계산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소분 재고·해동 관리 + 자동 급여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여쭤볼 순서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마지막에 두 안 비교와 결론 확인으로 최종안을 정하는 것이 목표입니다.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키친 쪽 시각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47088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29968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29968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029968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29968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 모아 좁히기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36976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19856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19856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419856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19856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무엇으로 증명할까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26864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9744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09744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09744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809744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먼저 막힐까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16752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99632" y="1828800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199632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199632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 vs 분석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406640" y="1600200"/>
            <a:ext cx="1280160" cy="2103120"/>
          </a:xfrm>
          <a:prstGeom prst="roundRect">
            <a:avLst>
              <a:gd name="adj" fmla="val 8571"/>
            </a:avLst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89520" y="1828800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589520" y="1828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589520" y="24688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30175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8E6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확인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시간이 부족하면 5번(에이전트)은 10/2 데이터 멘토링으로 넘기겠습니다.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B안 확인 · 키친 쪽 시각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펫 기능은 리빙 가전 중심, 주방은 비어 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세탁기·건조기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13258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펫케어 코스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8013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공기청정기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103120" y="18013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에어로캣타워, 펫 특화 필터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76856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22768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무선청소기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03120" y="22768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펫 전용 흡입구 (코드제로 A9S 펫)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384048"/>
          </a:xfrm>
          <a:prstGeom prst="roundRect">
            <a:avLst>
              <a:gd name="adj" fmla="val 28571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27523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주방 가전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103120" y="27523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공개된 펫 기능 확인 못 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52160" y="1325880"/>
            <a:ext cx="2834640" cy="1828800"/>
          </a:xfrm>
          <a:prstGeom prst="roundRect">
            <a:avLst>
              <a:gd name="adj" fmla="val 6000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28.2%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194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반려동물 양육 가구 비율 (2023)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6060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시장 2032년 21조 원 전망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8229600" cy="1325880"/>
          </a:xfrm>
          <a:prstGeom prst="roundRect">
            <a:avLst>
              <a:gd name="adj" fmla="val 8276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35112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730752"/>
            <a:ext cx="777240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공개 가능한 범위에서, 키친 쪽에서 펫 관련 논의가 있었는지 궁금합니다.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에어로캣타워처럼 펫 전용 단독 가전의 선례가 있는데, 미니 사이즈의 반려견 전용 급여 냉장고는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키친 쪽 관점에서 현실성이 있을까요? 반려인이 전용 가전을 하나 더 들일 만한 가치로 보일지 궁금합니다.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뉴스핌(2025.5.7) 「펫케어까지 품은 가전…LG전자, 반려동물 시장 본격 공략」, LG전자 뉴스룸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구조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 모아서, 데이터로 안을 고르는 흐름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'강아지 고민' 글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카페·블로그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30428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78892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278892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78892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토픽 모델링으로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유형 나누기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45312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93776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빈도·감성점수로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Pain 찾기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601968" y="1920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B0B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903720" y="1371600"/>
            <a:ext cx="1828800" cy="1600200"/>
          </a:xfrm>
          <a:prstGeom prst="roundRect">
            <a:avLst>
              <a:gd name="adj" fmla="val 6857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86600" y="1536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17830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086600" y="2194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A안(혼자 있는 시간)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B안(급여)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크롤링 4,400건은 기능 키워드 위주라 고민의 맥락이 잡히지 않아, 이번에는 고민 전체를 먼저 보는 방식으로 바꿨습니다.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83133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05079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고민 전체를 모아 토픽으로 나눈 뒤 어떤 안을 택할지 정하는 흐름, 현업 기준으로 설득력이 있을까요?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효과 지표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가정을 무엇으로 증명할까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931920" cy="2011680"/>
          </a:xfrm>
          <a:prstGeom prst="roundRect">
            <a:avLst>
              <a:gd name="adj" fmla="val 5455"/>
            </a:avLst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08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 안의 핵심 가정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810512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"주인 목소리로 놀아주면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반려견에게 도움이 된다"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아직 직접적인 근거를 찾지 못했습니다.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325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저희가 생각한 후보 지표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빈도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주당 놀이 기능 실행 횟수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24028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재사용률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2240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사용 후 다시 켜는 비율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457200"/>
          </a:xfrm>
          <a:prstGeom prst="roundRect">
            <a:avLst>
              <a:gd name="adj" fmla="val 24000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활동량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179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있는 시간의 움직임 변화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기능의 성과를 데이터로 본다면 어떤 지표를 보시겠어요? 위 후보 중 빠진 것이나 불필요한 것이 있을까요?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기획안으로 올라가면 무엇이 먼저 막힐까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 방향 충돌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LG 로니는 청소 후 카메라를 가리고 사진을 즉시 삭제. 저희 안은 카메라로 반려견을 촬영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0" y="151790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517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40817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해킹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691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2024년 에코백스 로봇청소기가 해킹돼 스피커로 욕설, 반려견을 쫓아다닌 사례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음성 고지 의무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기본법(2026.1.22 시행) 제31조: 실제와 구분 어려운 AI 음성은 고지 필요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304288"/>
            <a:ext cx="4023360" cy="896112"/>
          </a:xfrm>
          <a:prstGeom prst="roundRect">
            <a:avLst>
              <a:gd name="adj" fmla="val 12245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2542032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46320" y="25420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94960" y="2432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부재 중 반려견 안전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394960" y="271576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주인이 없을 때 로봇과 반려견이 상호작용하다 생길 수 있는 사고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7200" y="342900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5570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7764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중 무엇이 가장 먼저 발목을 잡을까요? AI 음성 대신 주인이 직접 녹음한 음성을 쓰면 현실성이 올라갈까요?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9A929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에코백스 해킹 보도(2024), 인공지능 발전과 신뢰 기반 조성 등에 관한 기본법 제31조, LG전자 로니 제품 발표(2026.6)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A50034"/>
          </a:solidFill>
          <a:ln w="12700">
            <a:solidFill>
              <a:srgbClr val="A5003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위치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안에서 판단할까, 분석 과정에서 판단할까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탑재형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반려견 상태·주인 일정 입력 → 규칙·점수로 판단 → 로봇이 놀이 실행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기능과 바로 연결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로봇이 없어 가상 데이터로 시연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4023360" cy="2148840"/>
          </a:xfrm>
          <a:prstGeom prst="roundRect">
            <a:avLst>
              <a:gd name="adj" fmla="val 5106"/>
            </a:avLst>
          </a:prstGeom>
          <a:solidFill>
            <a:srgbClr val="F3F1F2"/>
          </a:solidFill>
          <a:ln w="12700">
            <a:solidFill>
              <a:srgbClr val="F3F1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4173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783080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리뷰·커뮤니티 데이터 입력 → 텍스트마이닝 → 만들 기능 판단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데이터로 시연 가능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약점  </a:t>
            </a:r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기능으로 잇는 논리가 필요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8E6EC"/>
          </a:solidFill>
          <a:ln w="12700">
            <a:solidFill>
              <a:srgbClr val="F8E6E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여쭤보고 싶은 것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95935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F1F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현업에서는 어느 쪽이 더 가치 있다고 보시나요? 각각 무엇을 보여줘야 설득이 될까요?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84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500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65760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A/B 비교 · 결론 확인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585216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안 중 어느 쪽으로 가는 게 좋을까요?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9D4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말씀을 정리하면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최종안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A안 / B안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4612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데이터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 흐름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828800"/>
            <a:ext cx="2606040" cy="1645920"/>
          </a:xfrm>
          <a:prstGeom prst="roundRect">
            <a:avLst>
              <a:gd name="adj" fmla="val 6667"/>
            </a:avLst>
          </a:prstGeom>
          <a:solidFill>
            <a:srgbClr val="2E2E2E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7A9B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먼저 풀 리스크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514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__________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이해했는데 맞을까요?  감사합니다.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9/29 기획 멘토링 질문</dc:title>
  <dc:subject>PptxGenJS Presentation</dc:subject>
  <dc:creator>PptxGenJS</dc:creator>
  <cp:lastModifiedBy>PptxGenJS</cp:lastModifiedBy>
  <cp:revision>1</cp:revision>
  <dcterms:created xsi:type="dcterms:W3CDTF">2026-09-29T01:41:18Z</dcterms:created>
  <dcterms:modified xsi:type="dcterms:W3CDTF">2026-09-29T01:41:18Z</dcterms:modified>
</cp:coreProperties>
</file>