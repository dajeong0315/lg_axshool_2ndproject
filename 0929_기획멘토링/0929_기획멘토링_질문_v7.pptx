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[40분 진행표] 0~3분 오프닝(2~3장) / 3~7분 ①B안 / 7~17분 ②세그멘테이션+데이터 / 17~27분 ③핵심 기능 / 27~31분 ④리스크 / 31~34분 ⑤효과 지표 / 34~37분 ⑥에이전트 피드백 / 37~40분 ⑦결론 확인(무조건)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[여쭤볼 문장]
① 공개 가능한 범위에서, 키친 쪽에서 펫 관련 논의가 있었는지 궁금합니다.
② 펫 전용 단독 가전의 선례가 있는데, 미니 사이즈의 반려견 전용 급여 냉장고는 키친 쪽 관점에서 현실성이
    있을까요? 반려인이 전용 가전을 하나 더 들일 만한 가치로 보일지 궁금합니다.
3~7분. 짧게. A/B 비교는 마지막 결론에서.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[여쭤볼 문장]
현업이라면 어느 축으로 고객을 나누시겠어요? 이 축을 지식인·유튜브 댓글·반려견 카페 글로 검증하려는데,
현업에서 기획 근거로 보는 데이터(리뷰·VOC·설문 등) 중 무엇을 더하면 좋을까요?
7~17분. 두 축 모두 열어두고 멘토님 판단에 맡기기. 진한 칸(원격 돌봄형)이 메인 페르소나 김지수 위치. 멘토님이 축을 고르면 3번을 "그 축 기준으로 보면"으로 시작.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[여쭤볼 문장]
저희는 이 네 가지를 하나로 잇는 걸 차별점으로 보는데, 12일 안에 근거를 탄탄하게 만들려면 하나로 좁혀야 할 것
같습니다. 현업 시각에서 어떤 기능이 가장 가치 있어 보이시나요?
17~27분. 오늘 가장 중요한 질문. ②는 삼성 양방향 음성(직접 말해야 함)과 달리 텍스트만 치면 된다는 점이 차별점.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[여쭤볼 문장]
이 중 무엇이 가장 먼저 발목을 잡을까요? 현업에서 이런 리스크는 기획 단계에서 어디까지 풀어두어야 하나요?
27~31분.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[여쭤볼 문장]
이 기능의 성과를 데이터로 본다면 어떤 지표를 보시겠어요? 위 후보 중 빠진 것이나 불필요한 것이 있을까요?
31~34분. 3번에서 핵심 기능이 정해졌으면 그 기능 이름으로 바꿔 말하기.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[여쭤볼 문장]
팀원들과 논의해서 에이전트는 분석형으로 정했습니다. 삼성·로보락처럼 저희 방향과 비슷한 펫 기능 로봇청소기의 후기 중, 긍정 리뷰 안에 섞인 아쉬움 문장에서 숨은 니즈를 찾는 n8n 에이전트입니다.
① 현업에서 VOC를 보실 때 주로 부정 리뷰를 보시나요? 저희는 부정 리뷰에 고장·배송 불만이 섞여 기능 니즈가 흐려진다고 보고, 4~5점 리뷰 속 아쉬움 문장을 따로 뽑으려 합니다. 이 방식이 부정 리뷰 분석과 다른 걸 찾아줄까요, 아니면 이미 보고 계신 것과 겹칠까요?
② 상품기획에서 VOC 분석 결과가 의사결정 근거로 쓰이려면 어떤 형태여야 설득이 되나요?
34~37분. 결정 사항 공유 + 피드백 받기. DCX 단계: 상품기획(VOC 분석 에이전트 유형). 근거 준비: 4~5점 속 아쉬움 문장 vs 1~2점 리뷰를 고장·배송·AS / 기능·사용 맥락으로 나눠 비율 비교. 답을 들으면 판단 로직 보완 방향과 출력 형태(니즈 카드 항목)가 정해짐.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37~40분. 무조건 남기기.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258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반려견과 사는 집,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 가전이 할 수 있는 일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9260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A안 : 로봇청소기 × 반려견 교감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3337560"/>
            <a:ext cx="292608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640080" y="34747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B안 : 반려견 전용 급여 냉장고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 안을 검토하고 있습니다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A안을 좀 더 깊게 디벨롭 중이며, 오늘 말씀을 듣고 최종안을 정하려고 합니다.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77640" cy="3520440"/>
          </a:xfrm>
          <a:prstGeom prst="roundRect">
            <a:avLst>
              <a:gd name="adj" fmla="val 3117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44752"/>
            <a:ext cx="731520" cy="292608"/>
          </a:xfrm>
          <a:prstGeom prst="roundRect">
            <a:avLst>
              <a:gd name="adj" fmla="val 25000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4475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A안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4721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집중 디벨롭 중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28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로봇청소기 × 반려견 교감 (AI 펫시터)</a:t>
            </a:r>
            <a:endParaRPr lang="en-US" sz="1500" dirty="0"/>
          </a:p>
        </p:txBody>
      </p:sp>
      <p:pic>
        <p:nvPicPr>
          <p:cNvPr id="9" name="Image 0" descr="img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3030" y="2194560"/>
            <a:ext cx="2125980" cy="1417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85800" y="37033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보호자 부재 중 반려견을 찾아가 곁에 있어 주는 로봇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ThinQ에 텍스트 입력 → 학습된 주인 목소리로 말 걸기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놀이·간식, 혼자 있는 시간의 활동 기록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1280160"/>
            <a:ext cx="3977640" cy="3520440"/>
          </a:xfrm>
          <a:prstGeom prst="roundRect">
            <a:avLst>
              <a:gd name="adj" fmla="val 3117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937760" y="1444752"/>
            <a:ext cx="731520" cy="292608"/>
          </a:xfrm>
          <a:prstGeom prst="roundRect">
            <a:avLst>
              <a:gd name="adj" fmla="val 25000"/>
            </a:avLst>
          </a:prstGeom>
          <a:solidFill>
            <a:srgbClr val="D9D4D6"/>
          </a:solidFill>
          <a:ln w="12700">
            <a:solidFill>
              <a:srgbClr val="D9D4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937760" y="144475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B안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937760" y="18288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 전용 급여 냉장고</a:t>
            </a:r>
            <a:endParaRPr lang="en-US" sz="1500" dirty="0"/>
          </a:p>
        </p:txBody>
      </p:sp>
      <p:pic>
        <p:nvPicPr>
          <p:cNvPr id="15" name="Image 1" descr="img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8809" y="2194560"/>
            <a:ext cx="2518341" cy="1417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937760" y="37033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생식·화식 (대안식) 급여 반려인 대상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재료·체중 변화에 따른 급여량 재계산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소분 재고·해동 관리, 급여식 보관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냉장고와 분리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추진배경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8521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반려견은 늘고, 혼자 있는 시간은 길다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08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29.2%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31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반려동물을 키우는 가구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26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3가구 중 1가구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32588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508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80.5%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331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반려가구 중 반려견 양육 비율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926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 중심 펫가전의 기반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325880"/>
            <a:ext cx="2606040" cy="2148840"/>
          </a:xfrm>
          <a:prstGeom prst="roundRect">
            <a:avLst>
              <a:gd name="adj" fmla="val 5106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5087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5시간 54분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331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보호자 외출 시 하루 평균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있는 시간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9260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관찰·교감·놀이의 공백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8229600" cy="731520"/>
          </a:xfrm>
          <a:prstGeom prst="roundRect">
            <a:avLst>
              <a:gd name="adj" fmla="val 15000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7033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보호자 부재 중에도 관찰·교감·놀이를 제공하는 펫케어 가전의 필요성이 커지고 있다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A92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농림축산식품부 「2025년 반려동물 양육현황 조사」(2026.2), KB경영연구소 「2025 한국 반려동물 보고서」(2025.6)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B안 확인 · 키친 쪽 시각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 펫 기능은 리빙 가전 중심, 주방은 비어 있다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120640" cy="384048"/>
          </a:xfrm>
          <a:prstGeom prst="roundRect">
            <a:avLst>
              <a:gd name="adj" fmla="val 2857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258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세탁기·건조기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13258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펫케어 코스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801368"/>
            <a:ext cx="5120640" cy="384048"/>
          </a:xfrm>
          <a:prstGeom prst="roundRect">
            <a:avLst>
              <a:gd name="adj" fmla="val 2857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8013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공기청정기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18013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에어로캣타워, 펫 특화 필터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276856"/>
            <a:ext cx="5120640" cy="384048"/>
          </a:xfrm>
          <a:prstGeom prst="roundRect">
            <a:avLst>
              <a:gd name="adj" fmla="val 2857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27685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무선청소기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227685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펫 전용 흡입구 (코드제로 A9S 펫)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752344"/>
            <a:ext cx="5120640" cy="384048"/>
          </a:xfrm>
          <a:prstGeom prst="roundRect">
            <a:avLst>
              <a:gd name="adj" fmla="val 28571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7523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주방 가전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103120" y="275234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공개된 펫 기능 확인 못 함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852160" y="1325880"/>
            <a:ext cx="2834640" cy="1828800"/>
          </a:xfrm>
          <a:prstGeom prst="roundRect">
            <a:avLst>
              <a:gd name="adj" fmla="val 6000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35040" y="14813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선례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17556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에어로캣타워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22402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공기청정기 + 캣타워를 결합한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펫 전용 단독 가전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52044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" y="3703320"/>
            <a:ext cx="411480" cy="411480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80160" y="367588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280160" y="367588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키친 쪽 펫 논의, 있었나요?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983480" y="367588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83480" y="367588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 전용 냉장고, 현실성은?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A92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뉴스핌(2025.5.7) 「펫케어까지 품은 가전…LG전자, 반려동물 시장 본격 공략」, LG전자 뉴스룸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세그멘테이션 · 데이터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고객을 어떤 축으로 나눌까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A · 기대 가치 × 사용 상황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48132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실용적 가치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2880360" y="148132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정서적 가치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73736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있을 때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325880" y="1737360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17320" y="173736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청결 유지형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80360" y="1737360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71800" y="173736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교감 공존형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313432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있을 때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325880" y="2313432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417320" y="231343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안심 자동화형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880360" y="2313432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971800" y="231343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원격 돌봄형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926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검증: 지식인 '로봇청소기 강아지' 1,000건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분리불안 등 정서 키워드 비중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1188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C · 강아지 반응 × 보호자 관여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148132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무서워함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148132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신나함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1737360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돌봄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23560" y="1737360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715000" y="173736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달래기형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78040" y="1737360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269480" y="1737360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놀아주기형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2313432"/>
            <a:ext cx="822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기기에 맡김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623560" y="2313432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715000" y="231343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조용한 돌봄형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178040" y="2313432"/>
            <a:ext cx="1508760" cy="530352"/>
          </a:xfrm>
          <a:prstGeom prst="roundRect">
            <a:avLst>
              <a:gd name="adj" fmla="val 2069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269480" y="2313432"/>
            <a:ext cx="1325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에너지 발산형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754880" y="29260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검증: 유튜브 '강아지 로봇청소기 반응' 댓글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무서워함 vs 쫓아다님 비율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7200" y="361188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8368" y="3794760"/>
            <a:ext cx="411480" cy="411480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8368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280160" y="376732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280160" y="376732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vs C, 어느 축?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983480" y="376732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983480" y="376732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봐야 할 데이터는?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보기·말 걸기는 이미 기본, 무엇을 핵심으로 할까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06040" cy="457200"/>
          </a:xfrm>
          <a:prstGeom prst="roundRect">
            <a:avLst>
              <a:gd name="adj" fmla="val 240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234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 알려주기 · 양방향 음성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606040" cy="457200"/>
          </a:xfrm>
          <a:prstGeom prst="roundRect">
            <a:avLst>
              <a:gd name="adj" fmla="val 240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234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로보락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16052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반려동물 찾고 피하기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234440"/>
            <a:ext cx="2606040" cy="457200"/>
          </a:xfrm>
          <a:prstGeom prst="roundRect">
            <a:avLst>
              <a:gd name="adj" fmla="val 240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2344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다이슨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강력한 청소 성능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1874520"/>
            <a:ext cx="1956816" cy="1417320"/>
          </a:xfrm>
          <a:prstGeom prst="roundRect">
            <a:avLst>
              <a:gd name="adj" fmla="val 7742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2286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찾아가는 펫캠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263347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로봇이 반려견 곁으로 가서 상태 확인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51176" y="1874520"/>
            <a:ext cx="1956816" cy="1417320"/>
          </a:xfrm>
          <a:prstGeom prst="roundRect">
            <a:avLst>
              <a:gd name="adj" fmla="val 7742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15768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715768" y="2286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텍스트 → 주인 목소리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2715768" y="263347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ThinQ에 입력하면 학습된 목소리로 말함. 회의 중에도 가능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45152" y="1874520"/>
            <a:ext cx="1956816" cy="1417320"/>
          </a:xfrm>
          <a:prstGeom prst="roundRect">
            <a:avLst>
              <a:gd name="adj" fmla="val 7742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09744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809744" y="2286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놀이·간식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809744" y="263347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노즈워크·간식으로 혼자 있는 시간의 지루함 완화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739128" y="1874520"/>
            <a:ext cx="1956816" cy="1417320"/>
          </a:xfrm>
          <a:prstGeom prst="roundRect">
            <a:avLst>
              <a:gd name="adj" fmla="val 7742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03720" y="19933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22860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 기록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903720" y="263347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활동량·짖음 변화를 ThinQ에 기록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361188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368" y="3794760"/>
            <a:ext cx="411480" cy="411480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8368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280160" y="3767328"/>
            <a:ext cx="722376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280160" y="3767328"/>
            <a:ext cx="72237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중 핵심 하나를 고른다면?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A92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팀 경쟁사 조사 (삼성 Bespoke AI Steam Ultra 2026, 로보락, 다이슨 r2 공식 제품 정보)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기획안으로 올라가면 무엇이 먼저 막힐까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1790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517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40817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방향 충돌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6916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 로니는 청소 후 카메라를 가리고 사진을 즉시 삭제. 저희 안은 카메라로 반려견을 찾아가 촬영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51790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517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140817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학습된 목소리 도용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16916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2024년 에코백스 해킹 사례. 계정이 뚫리면 주인 목소리로 아무 말이나 할 수 있음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304288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54203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4323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간식 기능 오작동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27157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과급여, 오작동으로 인한 반려견 건강 문제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304288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54203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4632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24323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부재 중 반려견 안전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394960" y="27157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주인이 없을 때 로봇과 반려견이 상호작용하다 생길 수 있는 사고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52044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3703320"/>
            <a:ext cx="411480" cy="411480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368" y="3703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280160" y="367588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280160" y="367588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먼저 막힐 리스크는?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983480" y="367588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983480" y="367588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단계에서 어디까지?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A92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에코백스 해킹 보도(2024), LG전자 로니 제품 발표(2026.6)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지표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가정을 무엇으로 증명할까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31920" cy="2011680"/>
          </a:xfrm>
          <a:prstGeom prst="roundRect">
            <a:avLst>
              <a:gd name="adj" fmla="val 5455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08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저희 안의 핵심 가정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"혼자 있는 시간에 곁에서 돌봐주면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반려견의 불안과 지루함이 줄어든다"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974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목소리만으로는 반응이 약할 수 있어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놀이·간식과 함께 봐야 한다고 생각합니다.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325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저희가 생각한 후보 지표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691640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691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빈도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주당 돌봄 기능 실행 횟수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2240280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재사용률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사용 후 다시 켜는 비율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788920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 활동량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788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있는 시간의 움직임·짖음 변화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3794760"/>
            <a:ext cx="411480" cy="411480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80160" y="376732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280160" y="376732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현업이라면 볼 지표는?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983480" y="376732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983480" y="376732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빠진 · 불필요한 지표는?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설계 · 분석형 (n8n)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긍정 리뷰 속 '아쉬움'에서 숨은 니즈 찾기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325880" cy="0"/>
          </a:xfrm>
          <a:prstGeom prst="line">
            <a:avLst/>
          </a:prstGeom>
          <a:noFill/>
          <a:ln w="19050">
            <a:solidFill>
              <a:srgbClr val="E7A9B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03120" y="11887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처리·분석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48840" y="1417320"/>
            <a:ext cx="3200400" cy="0"/>
          </a:xfrm>
          <a:prstGeom prst="line">
            <a:avLst/>
          </a:prstGeom>
          <a:noFill/>
          <a:ln w="19050">
            <a:solidFill>
              <a:srgbClr val="E7A9B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23560" y="11887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0" y="1417320"/>
            <a:ext cx="1325880" cy="0"/>
          </a:xfrm>
          <a:prstGeom prst="line">
            <a:avLst/>
          </a:prstGeom>
          <a:noFill/>
          <a:ln w="19050">
            <a:solidFill>
              <a:srgbClr val="E7A9B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69480" y="11887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0" y="1417320"/>
            <a:ext cx="1325880" cy="0"/>
          </a:xfrm>
          <a:prstGeom prst="line">
            <a:avLst/>
          </a:prstGeom>
          <a:noFill/>
          <a:ln w="19050">
            <a:solidFill>
              <a:srgbClr val="E7A9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554480"/>
            <a:ext cx="1417320" cy="1188720"/>
          </a:xfrm>
          <a:prstGeom prst="roundRect">
            <a:avLst>
              <a:gd name="adj" fmla="val 923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1664208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 수집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1993392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삼성·로보락 등 펫 기능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로봇청소기 후기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874520" y="19202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B0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2103120" y="1554480"/>
            <a:ext cx="1417320" cy="1188720"/>
          </a:xfrm>
          <a:prstGeom prst="roundRect">
            <a:avLst>
              <a:gd name="adj" fmla="val 923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212848" y="1664208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긍정 리뷰 필터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212848" y="1993392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평점 4~5점만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정제·문장 분리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520440" y="19202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B0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3749040" y="1554480"/>
            <a:ext cx="1645920" cy="1188720"/>
          </a:xfrm>
          <a:prstGeom prst="roundRect">
            <a:avLst>
              <a:gd name="adj" fmla="val 9231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858768" y="166420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아쉬움 문장 추출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3858768" y="199339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역접 표현 탐지 (지만·근데)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감성사전 부정 점수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5394960" y="19202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B0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5623560" y="1554480"/>
            <a:ext cx="1417320" cy="1188720"/>
          </a:xfrm>
          <a:prstGeom prst="roundRect">
            <a:avLst>
              <a:gd name="adj" fmla="val 9231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733288" y="1664208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니즈 우선순위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733288" y="1993392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빈도 × 부정 강도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 펫 관련도 점수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7040880" y="1920240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B0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7269480" y="1554480"/>
            <a:ext cx="1417320" cy="1188720"/>
          </a:xfrm>
          <a:prstGeom prst="roundRect">
            <a:avLst>
              <a:gd name="adj" fmla="val 923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79208" y="1664208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니즈 카드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7379208" y="1993392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상위 니즈를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카드로 요약 → 시트 저장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2880360"/>
            <a:ext cx="5074920" cy="594360"/>
          </a:xfrm>
          <a:prstGeom prst="roundRect">
            <a:avLst>
              <a:gd name="adj" fmla="val 18462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1792" y="288036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 </a:t>
            </a:r>
            <a:pPr indent="0" marL="0">
              <a:buNone/>
            </a:pPr>
            <a:r>
              <a:rPr lang="en-US" sz="100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"청소는 완벽한데, 강아지가 무서워해서 켤 때마다 방에 가둬요"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669280" y="2880360"/>
            <a:ext cx="3017520" cy="594360"/>
          </a:xfrm>
          <a:prstGeom prst="roundRect">
            <a:avLst>
              <a:gd name="adj" fmla="val 18462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833872" y="288036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숨은 니즈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 적응 모드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35478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판단 로직: 역접 패턴 + 감성사전 점수 + 우선순위 공식 (LLM은 요약에만 사용)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14118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8368" y="4023360"/>
            <a:ext cx="411480" cy="411480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8368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280160" y="399592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280160" y="399592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부정 리뷰 분석과 뭐가 다를까?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983480" y="3995928"/>
            <a:ext cx="3520440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E7A9B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983480" y="3995928"/>
            <a:ext cx="35204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결과는 어떤 형태여야 기획에 쓰이나?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A/B 비교 · 결론 확인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안 중 어느 쪽으로 가는 게 좋을까요?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말씀을 정리하면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956816" cy="1645920"/>
          </a:xfrm>
          <a:prstGeom prst="roundRect">
            <a:avLst>
              <a:gd name="adj" fmla="val 6667"/>
            </a:avLst>
          </a:prstGeom>
          <a:solidFill>
            <a:srgbClr val="2E2E2E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최종안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514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A안 / B안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51176" y="1828800"/>
            <a:ext cx="1956816" cy="1645920"/>
          </a:xfrm>
          <a:prstGeom prst="roundRect">
            <a:avLst>
              <a:gd name="adj" fmla="val 6667"/>
            </a:avLst>
          </a:prstGeom>
          <a:solidFill>
            <a:srgbClr val="2E2E2E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34056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세그멘테이션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34056" y="2514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 A / C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45152" y="1828800"/>
            <a:ext cx="1956816" cy="1645920"/>
          </a:xfrm>
          <a:prstGeom prst="roundRect">
            <a:avLst>
              <a:gd name="adj" fmla="val 6667"/>
            </a:avLst>
          </a:prstGeom>
          <a:solidFill>
            <a:srgbClr val="2E2E2E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28032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핵심 기능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28032" y="2514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________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39128" y="1828800"/>
            <a:ext cx="1956816" cy="1645920"/>
          </a:xfrm>
          <a:prstGeom prst="roundRect">
            <a:avLst>
              <a:gd name="adj" fmla="val 6667"/>
            </a:avLst>
          </a:prstGeom>
          <a:solidFill>
            <a:srgbClr val="2E2E2E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22008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먼저 풀 리스크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922008" y="25146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________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이해했는데 맞을까요?  감사합니다.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9/29 기획 멘토링 질문</dc:title>
  <dc:subject>PptxGenJS Presentation</dc:subject>
  <dc:creator>PptxGenJS</dc:creator>
  <cp:lastModifiedBy>PptxGenJS</cp:lastModifiedBy>
  <cp:revision>1</cp:revision>
  <dcterms:created xsi:type="dcterms:W3CDTF">2026-09-29T05:27:21Z</dcterms:created>
  <dcterms:modified xsi:type="dcterms:W3CDTF">2026-09-29T05:27:21Z</dcterms:modified>
</cp:coreProperties>
</file>