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8" autoAdjust="0"/>
    <p:restoredTop sz="80024" autoAdjust="0"/>
  </p:normalViewPr>
  <p:slideViewPr>
    <p:cSldViewPr snapToGrid="0" snapToObjects="1">
      <p:cViewPr varScale="1">
        <p:scale>
          <a:sx n="88" d="100"/>
          <a:sy n="88" d="100"/>
        </p:scale>
        <p:origin x="7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25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반려견과 사는 집,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가전이 할 수 있는 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39"/>
            <a:ext cx="7863840" cy="115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로봇청소기 × </a:t>
            </a:r>
            <a:r>
              <a:rPr lang="en-US" sz="1500" dirty="0" err="1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</a:t>
            </a: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교감</a:t>
            </a:r>
            <a:endParaRPr lang="en-US" sz="1500" dirty="0">
              <a:solidFill>
                <a:srgbClr val="D9D4D6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--------------------------------------   </a:t>
            </a:r>
          </a:p>
          <a:p>
            <a:pPr marL="0" indent="0">
              <a:buNone/>
            </a:pPr>
            <a:r>
              <a:rPr lang="en-US" sz="1500" dirty="0" err="1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sz="1500" dirty="0" err="1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</a:t>
            </a: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</a:t>
            </a: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dirty="0" err="1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안을 검토하고 있습니다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A안을 좀 더 깊게 디벨롭 중이며, 오늘 말씀을 듣고 최종안을 정하려고 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90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디벨롭 중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10703" y="1852082"/>
            <a:ext cx="32566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</a:t>
            </a: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× </a:t>
            </a:r>
          </a:p>
          <a:p>
            <a:pPr marL="0" indent="0">
              <a:buNone/>
            </a:pPr>
            <a:r>
              <a:rPr lang="en-US" sz="1600" b="1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</a:t>
            </a: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82219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 목소리를 들려주며 반려견과 실내 놀이·산책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외로움·활동 부족 해소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o-KR" alt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강아지의 귀여운</a:t>
            </a: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순간을 주인에게 전송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D9D4D6"/>
          </a:solidFill>
          <a:ln w="12700">
            <a:solidFill>
              <a:srgbClr val="D9D4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937760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</a:t>
            </a: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</a:t>
            </a:r>
            <a:r>
              <a:rPr lang="en-US" sz="1600" b="1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</a:t>
            </a: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냉장고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B0B3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937760" y="37673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생식·화식</a:t>
            </a: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110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대안식</a:t>
            </a:r>
            <a:r>
              <a:rPr lang="en-US" altLang="ko-KR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급여 반려인 대상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재료·체중 변화에 </a:t>
            </a:r>
            <a:r>
              <a:rPr lang="en-US" sz="110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따른</a:t>
            </a: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급여량</a:t>
            </a: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재계산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소분 재고·해동 관리, </a:t>
            </a:r>
            <a:r>
              <a:rPr lang="en-US" sz="110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급여식</a:t>
            </a: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</a:t>
            </a:r>
            <a:endParaRPr lang="en-US" sz="1100" dirty="0">
              <a:solidFill>
                <a:srgbClr val="1F1F1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ko-KR" alt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</a:rPr>
              <a:t>사람의 냉장고와 분리</a:t>
            </a:r>
            <a:endParaRPr lang="en-US" sz="11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DACA435-5EF7-B6F0-3DA6-C1478FF90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282" y="2052621"/>
            <a:ext cx="2949264" cy="165984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C18EA22-FC53-A5A9-C32F-A6D0D6DEB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529" y="1770433"/>
            <a:ext cx="2830751" cy="18871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 · 키친 쪽 시각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펫 기능은 리빙 가전 중심, 주방은 비어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세탁기·건조기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펫케어 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에어로캣타워, 펫 특화 필터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276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흡입구 (코드제로 A9S 펫)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가전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펫 기능 확인 못 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03504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28.2%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반려동물 양육 가구 비율 (2023)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시장 2032년 21조 원 전망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1325880"/>
          </a:xfrm>
          <a:prstGeom prst="roundRect">
            <a:avLst>
              <a:gd name="adj" fmla="val 8276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85800" y="3511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30752"/>
            <a:ext cx="7772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공개 가능한 범위에서, 키친 쪽에서 펫 관련 논의가 있었는지 궁금합니다.</a:t>
            </a:r>
            <a:endParaRPr lang="en-US" sz="1250" dirty="0"/>
          </a:p>
          <a:p>
            <a:pPr>
              <a:lnSpc>
                <a:spcPct val="115000"/>
              </a:lnSpc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에어로캣타워처럼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펫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가전의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선례가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있는데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사이즈의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냉장고는</a:t>
            </a:r>
            <a:endParaRPr lang="en-US" altLang="ko-KR" sz="1250" dirty="0"/>
          </a:p>
          <a:p>
            <a:pPr>
              <a:lnSpc>
                <a:spcPct val="115000"/>
              </a:lnSpc>
            </a:pP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키친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쪽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관점에서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현실성이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있을까요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반려인이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가전을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들일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만한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가치로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보일지</a:t>
            </a:r>
            <a:r>
              <a:rPr lang="en-US" altLang="ko-KR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dirty="0" err="1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궁금합니다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뉴스핌(2025.5.7) 「펫케어까지 품은 가전…LG전자, 반려동물 시장 본격 공략」, LG전자 뉴스룸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 모아서, 데이터로 안을 고르는 흐름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'강아지 고민' 글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카페·블로그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30428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78892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토픽 모델링으로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유형 나누기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93776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빈도·감성점수로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Pain 찾기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08660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A안(혼자 있는 시간)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B안(급여)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크롤링 4,400건은 기능 키워드 위주라 고민의 맥락이 잡히지 않아, 이번에는 고민 전체를 먼저 보는 방식으로 바꿨습니다.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3831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05079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400" dirty="0"/>
              <a:t>"키친 기획에서 고객 문제를 찾을 때 실제로 어떤 데이터를 보시나요? (</a:t>
            </a:r>
            <a:r>
              <a:rPr lang="ko-KR" altLang="ko-KR" sz="1400" dirty="0" err="1"/>
              <a:t>리뷰·VOC·ThinQ</a:t>
            </a:r>
            <a:r>
              <a:rPr lang="ko-KR" altLang="ko-KR" sz="1400" dirty="0"/>
              <a:t> </a:t>
            </a:r>
            <a:r>
              <a:rPr lang="ko-KR" altLang="ko-KR" sz="1400" dirty="0" err="1"/>
              <a:t>로그·설문</a:t>
            </a:r>
            <a:r>
              <a:rPr lang="ko-KR" altLang="ko-KR" sz="1400" dirty="0"/>
              <a:t> 등) 저희처럼 커뮤니티 글 위주로 모은 데이터에 무엇을 더하면 기획 근거로 충분해질까요?"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가정을 무엇으로 증명할까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안의 핵심 가정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"주인 목소리로 놀아주면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반려견에게 도움이 된다"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직접적인 근거를 찾지 못했습니다.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생각한 후보 지표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주당 놀이 기능 실행 횟수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84632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 후 다시 켜는 비율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8463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활동량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움직임 변화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593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기능의 성과를 데이터로 본다면 어떤 지표를 보시겠어요? 위 후보 중 빠진 것이나 불필요한 것이 있을까요?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기획안으로 올라가면 무엇이 먼저 막힐까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방향 충돌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로니는 청소 후 카메라를 가리고 사진을 즉시 삭제. 저희 안은 카메라로 반려견을 촬영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84632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에코백스 로봇청소기가 해킹돼 스피커로 욕설, 반려견을 쫓아다닌 사례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음성 고지 의무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기본법(2026.1.22 시행) 제31조: 실제와 구분 어려운 AI 음성은 고지 필요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48463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중 반려견 안전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없을 때 로봇과 반려견이 상호작용하다 생길 수 있는 사고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3557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77647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 무엇이 가장 먼저 발목을 잡을까요? AI 음성 대신 주인이 직접 녹음한 음성을 쓰면 현실성이 올라갈까요?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에코백스 해킹 보도(2024), 인공지능 발전과 신뢰 기반 조성 등에 관한 기본법 제31조, LG전자 로니 제품 발표(2026.6)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위치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안에서 판단할까, 분석 과정에서 판단할까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탑재형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상태·주인 일정 입력 → 규칙·점수로 판단 → 로봇이 놀이 실행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기능과 바로 연결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로봇이 없어 가상 데이터로 시연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8920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리뷰·커뮤니티 데이터 입력 → 텍스트마이닝 → 만들 기능 판단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데이터로 시연 가능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기능으로 잇는 논리가 필요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858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593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현업에서는 어느 쪽이 더 가치 있다고 보시나요? 각각 무엇을 보여줘야 설득이 될까요?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비교 · 결론 확인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안 중 어느 쪽으로 가는 게 좋을까요?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말씀을 정리하면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최종안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/ B안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 흐름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2636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먼저 풀 리스크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이해했는데 맞을까요?  감사합니다.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685</Words>
  <Application>Microsoft Office PowerPoint</Application>
  <PresentationFormat>화면 슬라이드 쇼(16:9)</PresentationFormat>
  <Paragraphs>131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9/29 기획 멘토링 질문</dc:title>
  <dc:subject>PptxGenJS Presentation</dc:subject>
  <dc:creator>PptxGenJS</dc:creator>
  <cp:lastModifiedBy>전다정_122</cp:lastModifiedBy>
  <cp:revision>3</cp:revision>
  <dcterms:created xsi:type="dcterms:W3CDTF">2026-09-29T01:28:24Z</dcterms:created>
  <dcterms:modified xsi:type="dcterms:W3CDTF">2026-09-29T01:56:06Z</dcterms:modified>
</cp:coreProperties>
</file>