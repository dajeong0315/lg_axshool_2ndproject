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301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[40분 진행표] 0~3분 오프닝(2~3장) / 3~7분 ①B안 / 7~17분 ②세그멘테이션+데이터 / 17~27분 ③핵심 기능 / 27~31분 ④리스크 / 31~34분 ⑤효과 지표 / 34~37분 ⑥에이전트(밀리면 생략) / 37~40분 ⑦결론 확인(무조건)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3~7분. 짧게. A/B 비교는 마지막 결론에서.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7~17분. 두 축 모두 열어두고 멘토님 판단에 맡기기. 진한 칸(원격 돌봄형)이 메인 페르소나 김지수 위치. 멘토님이 축을 고르면 3번을 "그 축 기준으로 보면"으로 시작.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17~27분. 오늘 가장 중요한 질문. ②는 삼성 양방향 음성(직접 말해야 함)과 달리 텍스트만 치면 된다는 점이 차별점.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27~31분.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31~34분. 3번에서 핵심 기능이 정해졌으면 그 기능 이름으로 바꿔 말하기.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34~37분. 시간이 밀리면 이 질문부터 생략하고 10/2 데이터 멘토링으로 넘기기.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37~40분. 무조건 남기기.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258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반려견과 사는 집,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가전이 할 수 있는 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 : 로봇청소기 × 반려견 교감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337560"/>
            <a:ext cx="292608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 : 반려견 전용 급여 냉장고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안을 검토하고 있습니다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A안을 좀 더 깊게 디벨롭 중이며, 오늘 말씀을 듣고 최종안을 정하려고 합니다.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3520440"/>
          </a:xfrm>
          <a:prstGeom prst="roundRect">
            <a:avLst>
              <a:gd name="adj" fmla="val 311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1444752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4447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472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 디벨롭 중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로봇청소기 × 반려견 교감 (AI 펫시터)</a:t>
            </a:r>
            <a:endParaRPr lang="en-US" sz="1500" dirty="0"/>
          </a:p>
        </p:txBody>
      </p:sp>
      <p:pic>
        <p:nvPicPr>
          <p:cNvPr id="9" name="Image 0" descr="im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30" y="2194560"/>
            <a:ext cx="2125980" cy="1417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5800" y="3703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부재 중 반려견을 찾아가 곁에 있어 주는 로봇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ThinQ에 텍스트 </a:t>
            </a:r>
            <a:r>
              <a:rPr lang="en-US" sz="10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lvl="1"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학습된 주인 목소리로 말 걸기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놀이·간식, 혼자 있는 시간의 활동 기록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280160"/>
            <a:ext cx="3977640" cy="3520440"/>
          </a:xfrm>
          <a:prstGeom prst="roundRect">
            <a:avLst>
              <a:gd name="adj" fmla="val 311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937760" y="1444752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D9D4D6"/>
          </a:solidFill>
          <a:ln w="12700">
            <a:solidFill>
              <a:srgbClr val="D9D4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4937760" y="14447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전용 급여 냉장고</a:t>
            </a:r>
            <a:endParaRPr lang="en-US" sz="1500" dirty="0"/>
          </a:p>
        </p:txBody>
      </p:sp>
      <p:pic>
        <p:nvPicPr>
          <p:cNvPr id="15" name="Image 1" descr="im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809" y="2194560"/>
            <a:ext cx="2518341" cy="1417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937760" y="3703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생식·화식 (대안식) 급여 반려인 대상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재료·체중 변화에 따른 급여량 재계산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소분 재고·해동 관리, 급여식 보관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냉장고와 분리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추진배경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85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반려견은 늘고, 혼자 있는 시간은 길다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29.2%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반려동물을 키우는 가구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3가구 중 1가구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47472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80.5%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반려가구 중 반려견 양육 비율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중심 펫가전의 기반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26364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5시간 54분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외출 시 하루 평균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있는 시간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관찰·교감·놀이의 공백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85800" y="3703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부재 중에도 관찰·교감·놀이를 제공하는 펫케어 가전의 필요성이 커지고 있다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농림축산식품부 「2025년 반려동물 양육현황 조사」(2026.2), KB경영연구소 「2025 한국 반려동물 보고서」(2025.6)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 확인 · 키친 쪽 시각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펫 기능은 리빙 가전 중심, 주방은 비어 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325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세탁기·건조기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325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펫케어 코스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1801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공기청정기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18013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에어로캣타워, 펫 특화 필터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22768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무선청소기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276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 전용 흡입구 (코드제로 A9S 펫)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27523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 가전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27523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펫 기능 확인 못 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132588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035040" y="1481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선례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17556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에어로캣타워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240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공기청정기 + 캣타워를 결합한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 전용 단독 가전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8229600" cy="1325880"/>
          </a:xfrm>
          <a:prstGeom prst="roundRect">
            <a:avLst>
              <a:gd name="adj" fmla="val 8276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85800" y="35112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730752"/>
            <a:ext cx="77724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공개 가능한 범위에서, 키친 쪽에서 펫 관련 논의가 있었는지 궁금합니다.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펫 전용 단독 가전의 선례가 있는데, 미니 사이즈의 반려견 전용 급여 냉장고는 키친 쪽 관점에서 현실성이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있을까요? 반려인이 전용 가전을 하나 더 들일 만한 가치로 보일지 궁금합니다.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뉴스핌(2025.5.7) 「펫케어까지 품은 가전…LG전자, 반려동물 시장 본격 공략」, LG전자 뉴스룸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세그멘테이션 · 데이터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고객을 어떤 축으로 나눌까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A · 기대 가치 × 사용 상황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실용적 가치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정서적 가치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373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있을 때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2588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41732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청결 유지형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297180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교감 공존형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3134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있을 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32588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41732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안심 자동화형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8036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297180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돌봄형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검증: 지식인 '로봇청소기 강아지' 1,000건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분리불안 등 정서 키워드 비중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C · 강아지 반응 × 보호자 관여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무서워함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신나함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17373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돌봄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2356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571500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달래기형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7804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726948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놀아주기형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23134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기기에 맡김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2356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571500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조용한 돌봄형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7804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726948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발산형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검증: 유튜브 '강아지 로봇청소기 반응' 댓글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무서워함 vs 쫓아다님 비율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685800" y="36484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3867912"/>
            <a:ext cx="7772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현업이라면 어느 축으로 고객을 나누시겠어요? 이 축을 지식인·유튜브 댓글·반려견 카페 글로 검증하려는데,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현업에서 기획 근거로 보는 데이터(리뷰·VOC·설문 등) 중 무엇을 더하면 좋을까요?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보기·말 걸기는 이미 기본, 무엇을 핵심으로 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234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알려주기 · 양방향 음성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429000" y="1234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로보락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반려동물 찾고 피하기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217920" y="1234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다이슨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강력한 청소 성능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21792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찾아가는 펫캠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2633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로봇이 반려견 곁으로 가서 상태 확인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51176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2715768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715768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→ 주인 목소리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715768" y="2633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ThinQ에 입력하면 학습된 목소리로 말함. 회의 중에도 가능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45152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4809744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09744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놀이·간식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809744" y="2633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노즈워크·간식으로 혼자 있는 시간의 지루함 완화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39128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903720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기록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633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활동량·짖음 변화를 ThinQ에 기록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685800" y="36484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3867912"/>
            <a:ext cx="7772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저희는 이 네 가지를 하나로 잇는 걸 차별점으로 보는데, 12일 안에 근거를 탄탄하게 만들려면 하나로 좁혀야 할 것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같습니다. 현업 시각에서 어떤 기능이 가장 가치 있어 보이시나요?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팀 경쟁사 조사 (삼성 Bespoke AI Steam Ultra 2026, 로보락, 다이슨 r2 공식 제품 정보)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기획안으로 올라가면 무엇이 먼저 막힐까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방향 충돌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로니는 청소 후 카메라를 가리고 사진을 즉시 삭제. 저희 안은 카메라로 반려견을 찾아가 촬영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4632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84632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 목소리 도용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에코백스 해킹 사례. 계정이 뚫리면 주인 목소리로 아무 말이나 할 수 있음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간식 기능 오작동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과급여, 오작동으로 인한 반려견 건강 문제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4632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48463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 중 반려견 안전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주인이 없을 때 로봇과 반려견이 상호작용하다 생길 수 있는 사고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685800" y="35570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77647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중 무엇이 가장 먼저 발목을 잡을까요? 현업에서 이런 리스크는 기획 단계에서 어디까지 풀어두어야 하나요?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에코백스 해킹 보도(2024), LG전자 로니 제품 발표(2026.6)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지표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가정을 무엇으로 증명할까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2011680"/>
          </a:xfrm>
          <a:prstGeom prst="roundRect">
            <a:avLst>
              <a:gd name="adj" fmla="val 5455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 안의 핵심 가정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"혼자 있는 시간에 곁에서 돌봐주면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반려견의 불안과 지루함이 줄어든다"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목소리만으로는 반응이 약할 수 있어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놀이·간식과 함께 봐야 한다고 생각합니다.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생각한 후보 지표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84632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빈도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주당 돌봄 기능 실행 횟수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24028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484632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재사용률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사용 후 다시 켜는 비율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84632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활동량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있는 시간의 움직임·짖음 변화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85800" y="3739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9593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기능의 성과를 데이터로 본다면 어떤 지표를 보시겠어요? 위 후보 중 빠진 것이나 불필요한 것이 있을까요?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위치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안에서 판단할까, 분석 과정에서 판단할까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탑재형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 텍스트·반려견 상태 입력 → 의도 분류(위로·놀이·칭찬·간식) + 규칙 점수 → 목소리·행동 조합 실행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23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 </a:t>
            </a: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기능과 바로 연결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0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 </a:t>
            </a: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로봇이 없어 가상 데이터로 시연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89204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7830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리뷰·커뮤니티 데이터 입력 → 텍스트마이닝 → 만들 기능 판단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423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 </a:t>
            </a: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데이터로 시연 가능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880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 </a:t>
            </a: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기능으로 잇는 논리가 필요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85800" y="3739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9593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현업에서는 어느 쪽이 더 가치 있다고 보시나요? 각각 무엇을 보여줘야 설득이 될까요?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 비교 · 결론 확인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안 중 어느 쪽으로 가는 게 좋을까요?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말씀을 정리하면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956816" cy="1645920"/>
          </a:xfrm>
          <a:prstGeom prst="roundRect">
            <a:avLst>
              <a:gd name="adj" fmla="val 6667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최종안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 / B안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51176" y="1828800"/>
            <a:ext cx="1956816" cy="1645920"/>
          </a:xfrm>
          <a:prstGeom prst="roundRect">
            <a:avLst>
              <a:gd name="adj" fmla="val 6667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2734056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세그멘테이션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34056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A / 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45152" y="1828800"/>
            <a:ext cx="1956816" cy="1645920"/>
          </a:xfrm>
          <a:prstGeom prst="roundRect">
            <a:avLst>
              <a:gd name="adj" fmla="val 6667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4828032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핵심 기능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________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39128" y="1828800"/>
            <a:ext cx="1956816" cy="1645920"/>
          </a:xfrm>
          <a:prstGeom prst="roundRect">
            <a:avLst>
              <a:gd name="adj" fmla="val 6667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922008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먼저 풀 리스크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22008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________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이해했는데 맞을까요?  감사합니다.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1089</Words>
  <Application>Microsoft Office PowerPoint</Application>
  <PresentationFormat>화면 슬라이드 쇼(16:9)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9/29 기획 멘토링 질문</dc:title>
  <dc:subject>PptxGenJS Presentation</dc:subject>
  <dc:creator>PptxGenJS</dc:creator>
  <cp:lastModifiedBy>전다정_122</cp:lastModifiedBy>
  <cp:revision>2</cp:revision>
  <dcterms:created xsi:type="dcterms:W3CDTF">2026-09-29T02:03:37Z</dcterms:created>
  <dcterms:modified xsi:type="dcterms:W3CDTF">2026-09-29T02:52:59Z</dcterms:modified>
</cp:coreProperties>
</file>