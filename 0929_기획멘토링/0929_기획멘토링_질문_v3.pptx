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AX School Build2 · 1차 기획 멘토링 · 2026.9.29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반려견과 사는 집,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가전이 할 수 있는 일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로봇청소기 × 반려견 교감   |   B안 반려견 급여 냉장고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팀원: 전다정 · 주원 · 용민 · 성일 · 희재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안을 검토하고 있습니다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A안을 좀 더 깊게 디벨롭 중이며, 오늘 말씀을 듣고 최종안을 정하려고 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4904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디벨롭 중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× 반려견 교감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8B0B3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85800" y="22860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붙여넣기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673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 목소리를 들려주며 반려견과 실내 놀이·산책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시간의 외로움·활동 부족 해소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좋은 순간을 주인에게 전송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46304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D9D4D6"/>
          </a:solidFill>
          <a:ln w="12700">
            <a:solidFill>
              <a:srgbClr val="D9D4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전용 급여 냉장고 (미니 사이즈)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22860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8B0B3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937760" y="22860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붙여넣기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7673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생식·화식 급여 반려인 대상, 사람 냉장고와 분리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재료·체중 변화에 따른 영양 재계산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소분 재고·해동 관리 + 자동 급여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여쭤볼 순서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마지막에 두 안 비교와 결론 확인으로 최종안을 정하는 것이 목표입니다.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확인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키친 쪽 시각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47088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828800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2996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029968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29968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현업은 무엇을 볼까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36976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9856" y="1828800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9856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지표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증명할까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26864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9744" y="1828800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9744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09744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09744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먼저 막힐까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16752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1828800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9963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위치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안 vs 분석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06640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182880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0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비교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8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확인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시간이 부족하면 5번(에이전트)은 10/2 데이터 멘토링으로 넘기겠습니다.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확인 · 키친 쪽 시각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펫 기능은 리빙 가전 중심, 주방은 비어 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세탁기·건조기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325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펫케어 코스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801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에어로캣타워, 펫 특화 필터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2768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무선청소기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흡입구 (코드제로 A9S 펫)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52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가전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7523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펫 기능 확인 못 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32588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28.2%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반려동물 양육 가구 비율 (2023)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시장 2032년 21조 원 전망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1325880"/>
          </a:xfrm>
          <a:prstGeom prst="roundRect">
            <a:avLst>
              <a:gd name="adj" fmla="val 8276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511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730752"/>
            <a:ext cx="7772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공개 가능한 범위에서, 키친 쪽에서 펫 관련 논의가 있었는지 궁금합니다.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에어로캣타워처럼 펫 전용 단독 가전의 선례가 있는데, 미니 사이즈의 반려견 전용 급여 냉장고는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키친 쪽 관점에서 현실성이 있을까요? 반려인이 전용 가전을 하나 더 들일 만한 가치로 보일지 궁금합니다.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뉴스핌(2025.5.7) 「펫케어까지 품은 가전…LG전자, 반려동물 시장 본격 공략」, LG전자 뉴스룸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현업은 고객 문제를 어떤 데이터로 찾을까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저희는 지금 이렇게 모으고 있습니다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9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47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4942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'강아지 고민' 글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카페·블로그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304288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606040" y="146304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88920" y="1609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1847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224942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토픽 모델링으로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 유형 나누기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53128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1609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1847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24942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빈도·감성점수로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Pain 찾기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903720" y="146304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86600" y="1609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1847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24942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A안(혼자 있는 시간)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B안(급여)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4,400건은 저희가 설계한 기능 키워드로만 모아서 고민 전체를 볼 수 없었고, 이번에는 고민 전체를 먼저 모으는 방식으로 바꿨습니다.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3959352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키친 기획에서 고객 문제를 찾을 때 실제로 어떤 데이터를 보시나요? (예: 제품 리뷰, 상담 VOC, ThinQ 사용 로그, 설문)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저희처럼 커뮤니티 글 위주로 모은 데이터에 무엇을 더하면 기획 근거로 충분해질까요?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지표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가정을 무엇으로 증명할까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안의 핵심 가정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"주인 목소리로 놀아주면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반려견에게 도움이 된다"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직접적인 근거를 찾지 못했습니다.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생각한 후보 지표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빈도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주당 놀이 기능 실행 횟수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 후 다시 켜는 비율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활동량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시간의 움직임 변화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9593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기능의 성과를 데이터로 본다면 어떤 지표를 보시겠어요? 위 후보 중 빠진 것이나 불필요한 것이 있을까요?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기획안으로 올라가면 무엇이 먼저 막힐까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방향 충돌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로니는 청소 후 카메라를 가리고 사진을 즉시 삭제. 저희 안은 카메라로 반려견을 촬영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해킹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에코백스 로봇청소기가 해킹돼 스피커로 욕설, 반려견을 쫓아다닌 사례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음성 고지 의무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기본법(2026.1.22 시행) 제31조: 실제와 구분 어려운 AI 음성은 고지 필요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중 반려견 안전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주인이 없을 때 로봇과 반려견이 상호작용하다 생길 수 있는 사고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5570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77647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 무엇이 가장 먼저 발목을 잡을까요? AI 음성 대신 주인이 직접 녹음한 음성을 쓰면 현실성이 올라갈까요?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에코백스 해킹 보도(2024), 인공지능 발전과 신뢰 기반 조성 등에 관한 기본법 제31조, LG전자 로니 제품 발표(2026.6)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위치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안에서 판단할까, 분석 과정에서 판단할까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탑재형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상태·주인 일정 입력 → 규칙·점수로 판단 → 로봇이 놀이 실행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</a:t>
            </a:r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기능과 바로 연결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로봇이 없어 가상 데이터로 시연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830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리뷰·커뮤니티 데이터 입력 → 텍스트마이닝 → 만들 기능 판단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</a:t>
            </a:r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데이터로 시연 가능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기능으로 잇는 논리가 필요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593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현업에서는 어느 쪽이 더 가치 있다고 보시나요? 각각 무엇을 보여줘야 설득이 될까요?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비교 · 결론 확인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안 중 어느 쪽으로 가는 게 좋을까요?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말씀을 정리하면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최종안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/ B안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__________ 흐름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먼저 풀 리스크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__________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이해했는데 맞을까요?  감사합니다.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9/29 기획 멘토링 질문</dc:title>
  <dc:subject>PptxGenJS Presentation</dc:subject>
  <dc:creator>PptxGenJS</dc:creator>
  <cp:lastModifiedBy>PptxGenJS</cp:lastModifiedBy>
  <cp:revision>1</cp:revision>
  <dcterms:created xsi:type="dcterms:W3CDTF">2026-09-29T01:48:15Z</dcterms:created>
  <dcterms:modified xsi:type="dcterms:W3CDTF">2026-09-29T01:48:15Z</dcterms:modified>
</cp:coreProperties>
</file>