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5" r:id="rId9"/>
    <p:sldId id="262" r:id="rId10"/>
    <p:sldId id="263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7227" autoAdjust="0"/>
  </p:normalViewPr>
  <p:slideViewPr>
    <p:cSldViewPr snapToGrid="0" snapToObjects="1">
      <p:cViewPr varScale="1">
        <p:scale>
          <a:sx n="99" d="100"/>
          <a:sy n="99" d="100"/>
        </p:scale>
        <p:origin x="19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537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[40분 진행표] 0~3분 오프닝(2~3장) / 3~7분 ①B안 / 7~17분 ②세그멘테이션+데이터 / 17~27분 ③핵심 기능 / 27~31분 ④리스크 / 31~34분 ⑤효과 지표 / 34~37분 ⑥에이전트 피드백 / 37~40분 ⑦결론 확인(무조건)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① 공개 가능한 범위에서, 키친 쪽에서 펫 관련 논의가 있었는지 궁금합니다.
② 펫 전용 단독 가전의 선례가 있는데, 미니 사이즈의 반려견 전용 급여 냉장고는 키친 쪽 관점에서 현실성이
    있을까요? 반려인이 전용 가전을 하나 더 들일 만한 가치로 보일지 궁금합니다.
3~7분. 짧게. A/B 비교는 마지막 결론에서.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현업이라면 어느 축으로 고객을 나누시겠어요? 이 축을 지식인·유튜브 댓글·반려견 카페 글로 검증하려는데,
현업에서 기획 근거로 보는 데이터(리뷰·VOC·설문 등) 중 무엇을 더하면 좋을까요?
7~17분. 두 축 모두 열어두고 멘토님 판단에 맡기기. 진한 칸(원격 돌봄형)이 메인 페르소나 김지수 위치. 멘토님이 축을 고르면 3번을 "그 축 기준으로 보면"으로 시작.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팀에서 핵심 기능을 "텍스트 → 주인 목소리"로 정했습니다. 삼성은 양방향 음성으로 직접 말해야 하지만, 저희는 텍스트만 치면 주인 목소리가 나와 회의 중에도 쓸 수 있습니다. 목소리만으로는 반응이 약할 수 있어서, 목소리를 노즈워크·쫓기 놀이의 시작 신호로 쓰려고 합니다.
① 이 기능을 핵심으로 내세우는 것이 현업 시각에서 설득력이 있을까요?
② 간식은 스테이션에 보관하고 그날 분량만 로봇에 실어 숨긴 뒤, 청소 전에 남은 간식을 인식해 기록하려 합니다. 먼지를 빨아들이는 청소기에 간식을 싣는 것이 위생·인식 측면에서 현실적일까요?
17~27분. 공 쏘기·장난감 숨기기는 하드웨어 부담(발사 장치, 집는 팔 없음)과 무서워하는 강아지 역효과로 제외했다고 답할 수 있음. 위생 원칙: 건식 간식만, 분리 세척형 통, 하루 급여량 앱 제한.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이 중 무엇이 가장 먼저 발목을 잡을까요? 현업에서 이런 리스크는 기획 단계에서 어디까지 풀어두어야 하나요?
27~31분.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서비스 지표는 출시 후 ThinQ 로그로 계산하고, 지금은 리뷰 텍스트로 대신 확인하려 합니다. 에이전트 지표(추출 정확도, 분석 시간 단축)는 지금 실측할 수 있습니다.
이 기능의 성과를 데이터로 본다면 어떤 지표를 보시겠어요? 빠진 것이나 불필요한 것이 있을까요?
31~34분. 대체 확인법이 모두 리뷰 텍스트 분석이라 에이전트와 같은 파이프라인으로 돌릴 수 있다는 점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팀원들과 논의해서 에이전트는 분석형으로 정했습니다. 삼성·로보락처럼 저희 방향과 비슷한 펫 기능 로봇청소기의 후기 중, 긍정 리뷰 안에 섞인 아쉬움 문장에서 숨은 니즈를 찾는 n8n 에이전트입니다.
① 현업에서 VOC를 보실 때 주로 부정 리뷰를 보시나요? 저희는 부정 리뷰에 고장·배송 불만이 섞여 기능 니즈가 흐려진다고 보고, 4~5점 리뷰 속 아쉬움 문장을 따로 뽑으려 합니다. 이 방식이 부정 리뷰 분석과 다른 걸 찾아줄까요, 아니면 이미 보고 계신 것과 겹칠까요?
② 상품기획에서 VOC 분석 결과가 의사결정 근거로 쓰이려면 어떤 형태여야 설득이 되나요?
34~37분. 결정 사항 공유 + 피드백 받기. DCX 단계: 상품기획(VOC 분석 에이전트 유형). 근거 준비: 4~5점 속 아쉬움 문장 vs 1~2점 리뷰를 고장·배송·AS / 기능·사용 맥락으로 나눠 비율 비교. 답을 들으면 판단 로직 보완 방향과 출력 형태(니즈 카드 항목)가 정해짐.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258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반려견과 사는 집,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가전이 할 수 있는 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 : 로봇청소기 × 반려견 교감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337560"/>
            <a:ext cx="292608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 : 반려견 전용 급여 냉장고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안을 검토하고 있습니다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A안을 좀 더 깊게 디벨롭 중이며, 오늘 말씀을 듣고 최종안을 정하려고 합니다.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3520440"/>
          </a:xfrm>
          <a:prstGeom prst="roundRect">
            <a:avLst>
              <a:gd name="adj" fmla="val 311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1444752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4447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472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 디벨롭 중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로봇청소기 × 반려견 교감 (AI 펫시터)</a:t>
            </a:r>
            <a:endParaRPr lang="en-US" sz="1500" dirty="0"/>
          </a:p>
        </p:txBody>
      </p:sp>
      <p:pic>
        <p:nvPicPr>
          <p:cNvPr id="9" name="Image 0" descr="im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30" y="2194560"/>
            <a:ext cx="2125980" cy="1417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5800" y="3703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부재 중 반려견을 찾아가 곁에 있어 주는 로봇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ThinQ에 텍스트 입력 → 학습된 주인 목소리로 말 걸기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놀이·간식, 혼자 있는 시간의 활동 기록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280160"/>
            <a:ext cx="3977640" cy="3520440"/>
          </a:xfrm>
          <a:prstGeom prst="roundRect">
            <a:avLst>
              <a:gd name="adj" fmla="val 311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937760" y="1444752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D9D4D6"/>
          </a:solidFill>
          <a:ln w="12700">
            <a:solidFill>
              <a:srgbClr val="D9D4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4937760" y="14447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전용 급여 냉장고</a:t>
            </a:r>
            <a:endParaRPr lang="en-US" sz="1500" dirty="0"/>
          </a:p>
        </p:txBody>
      </p:sp>
      <p:pic>
        <p:nvPicPr>
          <p:cNvPr id="15" name="Image 1" descr="im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809" y="2194560"/>
            <a:ext cx="2518341" cy="1417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937760" y="3703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생식·화식 (대안식) 급여 반려인 대상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재료·체중 변화에 따른 급여량 재계산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소분 재고·해동 관리, 급여식 보관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냉장고와 분리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추진배경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85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반려견은 늘고, 혼자 있는 시간은 길다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29.2%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반려동물을 키우는 가구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3가구 중 1가구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47472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80.5%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반려가구 중 반려견 양육 비율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중심 펫가전의 기반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26364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5시간 54분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외출 시 하루 평균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있는 시간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관찰·교감·놀이의 공백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85800" y="3703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부재 중에도 관찰·교감·놀이를 제공하는 펫케어 가전의 필요성이 커지고 있다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농림축산식품부 「2025년 반려동물 양육현황 조사」(2026.2), KB경영연구소 「2025 한국 반려동물 보고서」(2025.6)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 확인 · 키친 쪽 시각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펫 기능은 리빙 가전 중심, 주방은 비어 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325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세탁기·건조기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325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펫케어 코스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1801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공기청정기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18013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에어로캣타워, 펫 특화 필터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22768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무선청소기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276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 전용 흡입구 (코드제로 A9S 펫)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27523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 가전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27523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펫 기능 확인 못 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132588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035040" y="1481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선례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17556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에어로캣타워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240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공기청정기 + 캣타워를 결합한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 전용 단독 가전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58368" y="370332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658368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8016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128016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키친 쪽 펫 논의, 있었나요?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8348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498348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전용 냉장고, 현실성은?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뉴스핌(2025.5.7) 「펫케어까지 품은 가전…LG전자, 반려동물 시장 본격 공략」, LG전자 뉴스룸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세그멘테이션 · 데이터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고객을 어떤 축으로 나눌까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A · 기대 가치 × 사용 상황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실용적 가치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정서적 가치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373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있을 때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2588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41732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청결 유지형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297180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교감 공존형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3134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있을 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32588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41732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안심 자동화형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8036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297180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돌봄형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검증: 지식인 '로봇청소기 강아지' 1,000건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분리불안 등 정서 키워드 비중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C · 강아지 반응 × 보호자 관여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무서워함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신나함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17373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돌봄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2356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571500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달래기형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7804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726948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놀아주기형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23134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기기에 맡김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2356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571500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조용한 돌봄형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7804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726948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발산형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검증: 유튜브 '강아지 로봇청소기 반응' 댓글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무서워함 vs 쫓아다님 비율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58368" y="37947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658368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28016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128016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vs C, 어느 축?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98348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498348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봐야 할 데이터는?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 목소리로 시작하는, 혼자 있는 시간의 놀이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017520" cy="2148840"/>
          </a:xfrm>
          <a:prstGeom prst="roundRect">
            <a:avLst>
              <a:gd name="adj" fmla="val 510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58368" y="1371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609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→ 주인 목소리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0299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ThinQ에 문장을 입력하면 AI가 학습한 주인 목소리로 로봇청소기가 말함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  </a:t>
            </a:r>
            <a:r>
              <a:rPr lang="en-US" sz="9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말해야 함 (양방향 음성)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944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 </a:t>
            </a: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중에도 텍스트로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12344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목소리가 놀이 시작 신호가 되는 흐름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03320" y="1536192"/>
            <a:ext cx="4983480" cy="411480"/>
          </a:xfrm>
          <a:prstGeom prst="roundRect">
            <a:avLst>
              <a:gd name="adj" fmla="val 2666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3840480" y="15361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153619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조작·사진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15361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 홈뷰 원격 이동을 활용해 반려견에게 가서 촬영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2011680"/>
            <a:ext cx="4983480" cy="411480"/>
          </a:xfrm>
          <a:prstGeom prst="roundRect">
            <a:avLst>
              <a:gd name="adj" fmla="val 2666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3840480" y="20116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2011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노즈워크 간식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스테이션에 보관, 그날 분량만 싣고 집 안 곳곳에 숨김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03320" y="2487168"/>
            <a:ext cx="4983480" cy="411480"/>
          </a:xfrm>
          <a:prstGeom prst="roundRect">
            <a:avLst>
              <a:gd name="adj" fmla="val 2666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3840480" y="248716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24871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쫓기 놀이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2487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로봇이 천천히 술래잡기 패턴으로 이동. 추가 부품 없음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03320" y="2962656"/>
            <a:ext cx="4983480" cy="411480"/>
          </a:xfrm>
          <a:prstGeom prst="roundRect">
            <a:avLst>
              <a:gd name="adj" fmla="val 2666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3840480" y="296265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296265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회수·기록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29626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청소 전 남은 간식을 인식해 찾은 개수 기록 후 흡입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58368" y="37947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658368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8016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128016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목소리를 핵심으로, 설득력 있나?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8348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98348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청소기에 간식을 싣는 것, 현실적인가?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C955172-AF39-C507-6AB0-1D55DFD15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0"/>
            <a:ext cx="342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73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751E8A-A467-DBB6-7D42-2D3210917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533154" cy="502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041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기획안으로 올라가면 무엇이 먼저 막힐까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방향 충돌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로니는 청소 후 카메라를 가리고 사진을 즉시 삭제. 저희 안은 카메라로 반려견을 찾아가 촬영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4632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84632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 목소리 도용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에코백스 해킹 사례. 계정이 뚫리면 주인 목소리로 아무 말이나 할 수 있음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간식 기능 오작동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과급여, 오작동으로 인한 반려견 건강 문제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4632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48463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 중 반려견 안전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주인이 없을 때 로봇과 반려견이 상호작용하다 생길 수 있는 사고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58368" y="370332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58368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8016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128016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막힐 리스크는?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8348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498348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단계에서 어디까지?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에코백스 해킹 보도(2024), LG전자 로니 제품 발표(2026.6)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지표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가정을 무엇으로 증명할까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58368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가정  </a:t>
            </a: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"혼자 있는 시간에 주인 목소리로 놀이를 시작해주면 반려견의 불안·지루함이 줄어든다"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830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지표 · 출시 후 측정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대체 확인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5120640" cy="438912"/>
          </a:xfrm>
          <a:prstGeom prst="roundRect">
            <a:avLst>
              <a:gd name="adj" fmla="val 25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594360" y="20574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빈도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0574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횟수 ÷ 사용자 ÷ 주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0574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속 "매일 켠다" 표현 비율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120640" cy="438912"/>
          </a:xfrm>
          <a:prstGeom prst="roundRect">
            <a:avLst>
              <a:gd name="adj" fmla="val 25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94360" y="256032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재사용률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25603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내 재사용자 ÷ 첫 사용자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703320" y="25603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속 이탈 vs 지속 표현 비율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5120640" cy="438912"/>
          </a:xfrm>
          <a:prstGeom prst="roundRect">
            <a:avLst>
              <a:gd name="adj" fmla="val 25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594360" y="30632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활동량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30632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사용일 vs 미사용일 움직임·짖음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703320" y="30632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 영상 댓글·펫캠 리뷰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17830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지표 · 지금 실측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06440" y="2057400"/>
            <a:ext cx="2880360" cy="685800"/>
          </a:xfrm>
          <a:prstGeom prst="roundRect">
            <a:avLst>
              <a:gd name="adj" fmla="val 16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5943600" y="21305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 정확도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23865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팀이 표시한 문장 100~200개와 에이전트 결과 비교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806440" y="2816352"/>
            <a:ext cx="2880360" cy="685800"/>
          </a:xfrm>
          <a:prstGeom prst="roundRect">
            <a:avLst>
              <a:gd name="adj" fmla="val 16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943600" y="28895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시간 단축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31455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수작업 vs 에이전트 실행 시간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58368" y="40233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658368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80160" y="39959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1280160" y="39959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현업이라면 볼 지표는?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83480" y="39959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983480" y="39959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빠진 · 불필요한 지표는?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설계 · 분석형 (n8n)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 리뷰 속 '아쉬움'에서 숨은 니즈 찾기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325880" cy="0"/>
          </a:xfrm>
          <a:prstGeom prst="line">
            <a:avLst/>
          </a:prstGeom>
          <a:noFill/>
          <a:ln w="1905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2103120" y="1188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처리·분석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8840" y="1417320"/>
            <a:ext cx="3200400" cy="0"/>
          </a:xfrm>
          <a:prstGeom prst="line">
            <a:avLst/>
          </a:prstGeom>
          <a:noFill/>
          <a:ln w="1905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623560" y="1188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0" y="1417320"/>
            <a:ext cx="1325880" cy="0"/>
          </a:xfrm>
          <a:prstGeom prst="line">
            <a:avLst/>
          </a:prstGeom>
          <a:noFill/>
          <a:ln w="1905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269480" y="1188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0" y="1417320"/>
            <a:ext cx="1325880" cy="0"/>
          </a:xfrm>
          <a:prstGeom prst="line">
            <a:avLst/>
          </a:prstGeom>
          <a:noFill/>
          <a:ln w="1905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1554480"/>
            <a:ext cx="1417320" cy="1188720"/>
          </a:xfrm>
          <a:prstGeom prst="roundRect">
            <a:avLst>
              <a:gd name="adj" fmla="val 923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66928" y="166420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수집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19933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삼성·로보락 등 펫 기능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로봇청소기 후기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1920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103120" y="1554480"/>
            <a:ext cx="1417320" cy="1188720"/>
          </a:xfrm>
          <a:prstGeom prst="roundRect">
            <a:avLst>
              <a:gd name="adj" fmla="val 923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2212848" y="166420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 리뷰 필터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212848" y="19933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평점 4~5점만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정제·문장 분리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1920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749040" y="1554480"/>
            <a:ext cx="1645920" cy="1188720"/>
          </a:xfrm>
          <a:prstGeom prst="roundRect">
            <a:avLst>
              <a:gd name="adj" fmla="val 9231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3858768" y="16642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아쉬움 문장 추출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858768" y="199339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역접 표현 탐지 (지만·근데)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감성사전 부정 점수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1920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623560" y="1554480"/>
            <a:ext cx="1417320" cy="1188720"/>
          </a:xfrm>
          <a:prstGeom prst="roundRect">
            <a:avLst>
              <a:gd name="adj" fmla="val 9231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733288" y="166420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 우선순위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733288" y="19933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빈도 × 부정 강도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펫 관련도 점수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1920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269480" y="1554480"/>
            <a:ext cx="1417320" cy="1188720"/>
          </a:xfrm>
          <a:prstGeom prst="roundRect">
            <a:avLst>
              <a:gd name="adj" fmla="val 923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7379208" y="166420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 카드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379208" y="19933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상위 니즈를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카드로 요약 → 시트 저장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880360"/>
            <a:ext cx="5074920" cy="594360"/>
          </a:xfrm>
          <a:prstGeom prst="roundRect">
            <a:avLst>
              <a:gd name="adj" fmla="val 18462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621792" y="28803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 </a:t>
            </a:r>
            <a:r>
              <a:rPr lang="en-US" sz="10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"청소는 완벽한데, 강아지가 무서워해서 켤 때마다 방에 가둬요"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0" y="2880360"/>
            <a:ext cx="3017520" cy="594360"/>
          </a:xfrm>
          <a:prstGeom prst="roundRect">
            <a:avLst>
              <a:gd name="adj" fmla="val 18462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5833872" y="28803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숨은 니즈  </a:t>
            </a: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적응 모드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35478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판단 로직: 역접 패턴 + 감성사전 점수 + 우선순위 공식 (LLM은 요약에만 사용)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58368" y="40233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658368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280160" y="39959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1280160" y="39959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 리뷰 분석과 뭐가 다를까?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983480" y="39959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4983480" y="39959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어떤 형태여야 기획에 쓰이나?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1459</Words>
  <Application>Microsoft Office PowerPoint</Application>
  <PresentationFormat>화면 슬라이드 쇼(16:9)</PresentationFormat>
  <Paragraphs>193</Paragraphs>
  <Slides>11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9/29 기획 멘토링 질문</dc:title>
  <dc:subject>PptxGenJS Presentation</dc:subject>
  <dc:creator>PptxGenJS</dc:creator>
  <cp:lastModifiedBy>전다정_122</cp:lastModifiedBy>
  <cp:revision>2</cp:revision>
  <dcterms:created xsi:type="dcterms:W3CDTF">2026-09-29T05:35:54Z</dcterms:created>
  <dcterms:modified xsi:type="dcterms:W3CDTF">2026-09-29T06:20:53Z</dcterms:modified>
</cp:coreProperties>
</file>